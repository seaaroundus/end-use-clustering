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9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60F0-3FEB-546C-C7A3-5F12B6AE3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537AB-58E1-AB86-30E9-00BFF20C8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F5711-F622-A69E-EAD7-31668B69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95A37-91CB-4DF7-0F3D-43100789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A89EF-68A2-698D-A740-3109FA0A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825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3FD1-479F-0DC3-54DB-00B463B0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3D04-FD59-EC71-417D-DB6B85A78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507D-6791-E255-AD3D-F995EB90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3F038-FEC2-F7DF-7C57-13FA2AF6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535D2-90AC-63AB-8F62-5963023B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520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44C8-80FA-34DE-BF58-4E774436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68027-ECB8-05E1-4B29-A0561CCA2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834CB-0C2A-B442-B711-7C8F89881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97121-3389-A8B2-E748-90C612C1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F8189-CA77-F332-10E5-1CE521AA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515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36B2-1CFE-2C7F-774F-EA398D29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95D5-1D43-C6C9-E3D2-9ABF9309B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3F0B9-F618-715B-655A-6256F2A8A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B7C30-6606-43A4-202D-2507CE16A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811BC-D0AD-AC26-612A-C7A399DC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1C21B-EC1C-D830-A966-5BE7E6997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60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431D-9DC3-8759-B8AD-75C31F701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8E93C-DF48-9367-CDBF-7AEE132C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8D873-4875-7D50-0F70-4CB2AEE1C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09D04-00BB-F3D7-0BB4-54A819F5A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28BE3C-6594-6546-B9C0-93129BEEE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1104C-4C49-E8B9-D22A-D91DD92A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E3CBA-00D7-315B-070A-3BE11B1E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614D2-C596-596F-F5DF-78E06B617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642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CC85-7086-9D8F-7277-1AEB1F69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2679F-84D9-4F16-0371-95E777C3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8A03B-6D7E-6B75-2FF0-4F80976F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ACA98-FB71-5423-A1F6-5DD8652E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412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81B5F-48F2-7E3B-16B3-204076BE9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6F80F-D73B-41FD-6081-DD33BD6D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07BB4-80EB-FABA-EF42-19E6AE32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B99F-5C16-C4AD-DFC9-0434D55F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21A7B-9408-B62B-2A93-7CDEDFE31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03BF0-09D9-914F-71F1-A9129BE6F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8197F-96C7-6518-7E9D-4AB6E93F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FB380-F36C-A06F-0BFB-A983D044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D105C-9385-7F34-1DD4-EEF3F433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670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9815-ABB2-855D-584A-ABC0B26B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F8239B-7ADF-5341-D5B2-CA65F0127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60969-E1CF-B3AD-06B7-C21239BE8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3C650-2AE0-0E13-2C24-3BCA664A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86FFA-CD3A-B9A7-1452-847CFFF8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5D876-D78D-5D7E-FBD6-20E7351F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854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2BC8E-42E1-8EF3-380F-E09D998E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81B07-688E-8499-ECAF-70C025948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AC124-FF06-CE87-E67E-1E76219D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48DA7-4675-DA4D-2677-007CB3F3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69872-8753-1B9B-E29B-D7873D2D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343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31843-E3CE-7B58-A27F-0B33890B7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2541B-99C7-1306-D60E-FC1ED64E9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0CBB9-F670-DD29-5783-0A9FDC83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2497C-05F8-F878-0FA5-C6707CEE1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0E788-6FE3-B771-C334-E064ADD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873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F2DA9-42D4-FE68-3DB4-0C00F9546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6573F-2371-DEBC-5700-D852036DC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BBDB-3C68-91DF-E394-C73F350DC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7D135-1909-44E7-9104-0671A187BAE8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3924D-4A21-2A93-D1FE-675DB9901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D70FC-E9B1-F8AC-7557-EDBCB9DAF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22706-558D-490B-9880-03F51363C61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00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712E06-53E5-B5B7-9612-15CC991E8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06" y="141790"/>
            <a:ext cx="11020510" cy="657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6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90CCBBE-C439-6EB7-9FFA-9CA924AB6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980" y="-639097"/>
            <a:ext cx="3264061" cy="74970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831BB1-4ECE-0E75-9C2E-2FBEC9B0D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12" y="-639097"/>
            <a:ext cx="3758188" cy="74970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804A66-35B7-4A18-4D5B-D06E958AF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908" y="-639097"/>
            <a:ext cx="3238602" cy="74970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D02DC3-00B1-B19F-6DB7-8E7BE05669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068" y="-639097"/>
            <a:ext cx="3004721" cy="7497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3FBBC7-1756-519C-02C5-719EE318B321}"/>
              </a:ext>
            </a:extLst>
          </p:cNvPr>
          <p:cNvSpPr txBox="1"/>
          <p:nvPr/>
        </p:nvSpPr>
        <p:spPr>
          <a:xfrm>
            <a:off x="-90980" y="248669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K=4</a:t>
            </a:r>
            <a:endParaRPr lang="en-C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F559BE-6098-E66B-BA10-9793C9F1506B}"/>
              </a:ext>
            </a:extLst>
          </p:cNvPr>
          <p:cNvSpPr txBox="1"/>
          <p:nvPr/>
        </p:nvSpPr>
        <p:spPr>
          <a:xfrm>
            <a:off x="1235091" y="391517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4419C7-282D-3F28-4E27-FEA7A1982503}"/>
              </a:ext>
            </a:extLst>
          </p:cNvPr>
          <p:cNvSpPr txBox="1"/>
          <p:nvPr/>
        </p:nvSpPr>
        <p:spPr>
          <a:xfrm>
            <a:off x="4199583" y="391517"/>
            <a:ext cx="136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</a:t>
            </a:r>
            <a:r>
              <a:rPr lang="en-US" dirty="0" err="1"/>
              <a:t>gdp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38F617-AD4F-5477-6406-71EE44766FF3}"/>
              </a:ext>
            </a:extLst>
          </p:cNvPr>
          <p:cNvSpPr txBox="1"/>
          <p:nvPr/>
        </p:nvSpPr>
        <p:spPr>
          <a:xfrm>
            <a:off x="6545122" y="391517"/>
            <a:ext cx="183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mean </a:t>
            </a:r>
            <a:r>
              <a:rPr lang="en-US" dirty="0" err="1"/>
              <a:t>lat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099118-D3BC-6583-3B45-F31CFD2B57D7}"/>
              </a:ext>
            </a:extLst>
          </p:cNvPr>
          <p:cNvSpPr txBox="1"/>
          <p:nvPr/>
        </p:nvSpPr>
        <p:spPr>
          <a:xfrm>
            <a:off x="9248901" y="391517"/>
            <a:ext cx="240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</a:t>
            </a:r>
            <a:r>
              <a:rPr lang="en-US" dirty="0" err="1"/>
              <a:t>gdp</a:t>
            </a:r>
            <a:r>
              <a:rPr lang="en-US" dirty="0"/>
              <a:t> + mean </a:t>
            </a:r>
            <a:r>
              <a:rPr lang="en-US" dirty="0" err="1"/>
              <a:t>lat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204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43BE1F-4F95-EBC1-FC42-AB9AC3160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665" y="526086"/>
            <a:ext cx="3557049" cy="6243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440129-F18B-2B95-0A9A-0433794EE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674" y="526086"/>
            <a:ext cx="3501692" cy="6243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8B0389-F583-581F-43BB-F33B57DB0A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539" y="526086"/>
            <a:ext cx="3423300" cy="62434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1F8D80-0518-42A8-919D-CCDBFEF4CB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451" y="536991"/>
            <a:ext cx="3423300" cy="61642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C7232F-9AA4-46E0-4E6B-C818C3CE98E2}"/>
              </a:ext>
            </a:extLst>
          </p:cNvPr>
          <p:cNvSpPr txBox="1"/>
          <p:nvPr/>
        </p:nvSpPr>
        <p:spPr>
          <a:xfrm>
            <a:off x="1235091" y="156753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981491-116E-B772-A83B-3DA121185940}"/>
              </a:ext>
            </a:extLst>
          </p:cNvPr>
          <p:cNvSpPr txBox="1"/>
          <p:nvPr/>
        </p:nvSpPr>
        <p:spPr>
          <a:xfrm>
            <a:off x="3605223" y="156753"/>
            <a:ext cx="136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</a:t>
            </a:r>
            <a:r>
              <a:rPr lang="en-US" dirty="0" err="1"/>
              <a:t>gdp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EE7203-697F-0E83-FD27-6C3BC2168257}"/>
              </a:ext>
            </a:extLst>
          </p:cNvPr>
          <p:cNvSpPr txBox="1"/>
          <p:nvPr/>
        </p:nvSpPr>
        <p:spPr>
          <a:xfrm>
            <a:off x="6164122" y="156753"/>
            <a:ext cx="183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mean </a:t>
            </a:r>
            <a:r>
              <a:rPr lang="en-US" dirty="0" err="1"/>
              <a:t>lat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713FBB-0EE3-151C-4089-53CF7F80B7F0}"/>
              </a:ext>
            </a:extLst>
          </p:cNvPr>
          <p:cNvSpPr txBox="1"/>
          <p:nvPr/>
        </p:nvSpPr>
        <p:spPr>
          <a:xfrm>
            <a:off x="9782301" y="156753"/>
            <a:ext cx="240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</a:t>
            </a:r>
            <a:r>
              <a:rPr lang="en-US" dirty="0" err="1"/>
              <a:t>gdp</a:t>
            </a:r>
            <a:r>
              <a:rPr lang="en-US" dirty="0"/>
              <a:t> + mean </a:t>
            </a:r>
            <a:r>
              <a:rPr lang="en-US" dirty="0" err="1"/>
              <a:t>lat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3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9F7F4-E282-A5D2-C4D4-59EA70E8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06B7FBD-6458-817E-4ABE-0D419A274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058" y="-639097"/>
            <a:ext cx="3264061" cy="7497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6B2C5C-DB6A-F59B-7121-07FCF3751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980" y="-639097"/>
            <a:ext cx="3264061" cy="7497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EB9C78-3B0B-F43A-E2FC-D3061D684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840" y="-639097"/>
            <a:ext cx="3264061" cy="7497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B67F60-65C2-CE2B-7A69-066B2648CE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020" y="-639097"/>
            <a:ext cx="3264061" cy="74970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57E71F-5B48-F869-3121-777CFFE65B79}"/>
              </a:ext>
            </a:extLst>
          </p:cNvPr>
          <p:cNvSpPr txBox="1"/>
          <p:nvPr/>
        </p:nvSpPr>
        <p:spPr>
          <a:xfrm>
            <a:off x="-90980" y="248669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K=5</a:t>
            </a:r>
            <a:endParaRPr lang="en-C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84A0D-4E97-73D9-55C5-EDF6248C074B}"/>
              </a:ext>
            </a:extLst>
          </p:cNvPr>
          <p:cNvSpPr txBox="1"/>
          <p:nvPr/>
        </p:nvSpPr>
        <p:spPr>
          <a:xfrm>
            <a:off x="1235091" y="391517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98C58A-DD7A-C6B9-8055-FC074BF06F12}"/>
              </a:ext>
            </a:extLst>
          </p:cNvPr>
          <p:cNvSpPr txBox="1"/>
          <p:nvPr/>
        </p:nvSpPr>
        <p:spPr>
          <a:xfrm>
            <a:off x="4199583" y="391517"/>
            <a:ext cx="136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</a:t>
            </a:r>
            <a:r>
              <a:rPr lang="en-US" dirty="0" err="1"/>
              <a:t>gdp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1D4F8-1D18-40E7-EEDA-3302D9080ABC}"/>
              </a:ext>
            </a:extLst>
          </p:cNvPr>
          <p:cNvSpPr txBox="1"/>
          <p:nvPr/>
        </p:nvSpPr>
        <p:spPr>
          <a:xfrm>
            <a:off x="6545122" y="391517"/>
            <a:ext cx="183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mean </a:t>
            </a:r>
            <a:r>
              <a:rPr lang="en-US" dirty="0" err="1"/>
              <a:t>lat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84C933-5F29-2BAE-E9F7-4881684222C1}"/>
              </a:ext>
            </a:extLst>
          </p:cNvPr>
          <p:cNvSpPr txBox="1"/>
          <p:nvPr/>
        </p:nvSpPr>
        <p:spPr>
          <a:xfrm>
            <a:off x="9248901" y="391517"/>
            <a:ext cx="240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</a:t>
            </a:r>
            <a:r>
              <a:rPr lang="en-US" dirty="0" err="1"/>
              <a:t>gdp</a:t>
            </a:r>
            <a:r>
              <a:rPr lang="en-US" dirty="0"/>
              <a:t> + mean </a:t>
            </a:r>
            <a:r>
              <a:rPr lang="en-US" dirty="0" err="1"/>
              <a:t>lat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2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567F-575A-452E-54C3-4CC0F7DF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824EE35-D94A-6B8A-F457-EF62FF707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8665" y="712895"/>
            <a:ext cx="3557049" cy="6056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BEFBF8-5C79-9DBB-91F6-2A9A753C0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5674" y="712895"/>
            <a:ext cx="3501692" cy="6056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83D14C-6A45-1AFC-70DA-AA3C0E921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3539" y="712895"/>
            <a:ext cx="3423300" cy="6056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F7D625-2EEE-525A-D313-B31E4B283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62451" y="712895"/>
            <a:ext cx="3423300" cy="60566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0BF1E4-E0D0-1FBE-995F-9047F9CECDD1}"/>
              </a:ext>
            </a:extLst>
          </p:cNvPr>
          <p:cNvSpPr txBox="1"/>
          <p:nvPr/>
        </p:nvSpPr>
        <p:spPr>
          <a:xfrm>
            <a:off x="1235091" y="343563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F316D9-A587-FF68-0256-55B707328F19}"/>
              </a:ext>
            </a:extLst>
          </p:cNvPr>
          <p:cNvSpPr txBox="1"/>
          <p:nvPr/>
        </p:nvSpPr>
        <p:spPr>
          <a:xfrm>
            <a:off x="3644551" y="343563"/>
            <a:ext cx="136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</a:t>
            </a:r>
            <a:r>
              <a:rPr lang="en-US" dirty="0" err="1"/>
              <a:t>gdp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D9FC5-B010-1755-C536-83846F9CCBFD}"/>
              </a:ext>
            </a:extLst>
          </p:cNvPr>
          <p:cNvSpPr txBox="1"/>
          <p:nvPr/>
        </p:nvSpPr>
        <p:spPr>
          <a:xfrm>
            <a:off x="6596745" y="343563"/>
            <a:ext cx="183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mean </a:t>
            </a:r>
            <a:r>
              <a:rPr lang="en-US" dirty="0" err="1"/>
              <a:t>lat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49656-F7EC-B7B6-3EB9-3AF9B78F72D1}"/>
              </a:ext>
            </a:extLst>
          </p:cNvPr>
          <p:cNvSpPr txBox="1"/>
          <p:nvPr/>
        </p:nvSpPr>
        <p:spPr>
          <a:xfrm>
            <a:off x="9506993" y="343563"/>
            <a:ext cx="240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Profile + </a:t>
            </a:r>
            <a:r>
              <a:rPr lang="en-US" dirty="0" err="1"/>
              <a:t>gdp</a:t>
            </a:r>
            <a:r>
              <a:rPr lang="en-US" dirty="0"/>
              <a:t> + mean </a:t>
            </a:r>
            <a:r>
              <a:rPr lang="en-US" dirty="0" err="1"/>
              <a:t>lat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9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A97EEB-A45A-69C8-1BA2-3FD52C943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282" y="276131"/>
            <a:ext cx="4777452" cy="6598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59CA9-3D86-B376-849A-1F941823F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9903" y="232546"/>
            <a:ext cx="4609607" cy="6599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8482A1-925A-8356-ACBD-D80825F28F54}"/>
              </a:ext>
            </a:extLst>
          </p:cNvPr>
          <p:cNvSpPr txBox="1"/>
          <p:nvPr/>
        </p:nvSpPr>
        <p:spPr>
          <a:xfrm>
            <a:off x="9542505" y="989017"/>
            <a:ext cx="24096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K=5</a:t>
            </a:r>
          </a:p>
          <a:p>
            <a:pPr algn="ctr"/>
            <a:r>
              <a:rPr lang="en-US" dirty="0"/>
              <a:t>Profile + </a:t>
            </a:r>
            <a:r>
              <a:rPr lang="en-US" dirty="0" err="1"/>
              <a:t>gdp</a:t>
            </a:r>
            <a:r>
              <a:rPr lang="en-US" dirty="0"/>
              <a:t> + mean </a:t>
            </a:r>
            <a:r>
              <a:rPr lang="en-US" dirty="0" err="1"/>
              <a:t>lat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34CD3-A1EC-A2EB-08F6-47F258E05EF3}"/>
              </a:ext>
            </a:extLst>
          </p:cNvPr>
          <p:cNvSpPr txBox="1"/>
          <p:nvPr/>
        </p:nvSpPr>
        <p:spPr>
          <a:xfrm>
            <a:off x="74144" y="983676"/>
            <a:ext cx="24096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K=4</a:t>
            </a:r>
          </a:p>
          <a:p>
            <a:pPr algn="ctr"/>
            <a:r>
              <a:rPr lang="en-US" dirty="0"/>
              <a:t>Profile + </a:t>
            </a:r>
            <a:r>
              <a:rPr lang="en-US" dirty="0" err="1"/>
              <a:t>gdp</a:t>
            </a:r>
            <a:r>
              <a:rPr lang="en-US" dirty="0"/>
              <a:t> + mean </a:t>
            </a:r>
            <a:r>
              <a:rPr lang="en-US" dirty="0" err="1"/>
              <a:t>lat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44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80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Elaine Chu</dc:creator>
  <cp:lastModifiedBy>Elaine Chu</cp:lastModifiedBy>
  <cp:revision>3</cp:revision>
  <dcterms:created xsi:type="dcterms:W3CDTF">2026-02-25T19:01:17Z</dcterms:created>
  <dcterms:modified xsi:type="dcterms:W3CDTF">2026-02-25T19:24:48Z</dcterms:modified>
</cp:coreProperties>
</file>